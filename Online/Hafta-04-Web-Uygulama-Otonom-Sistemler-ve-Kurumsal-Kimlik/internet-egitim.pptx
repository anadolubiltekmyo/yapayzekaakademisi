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9" r:id="rId10"/>
    <p:sldId id="265" r:id="rId11"/>
    <p:sldId id="266" r:id="rId12"/>
    <p:sldId id="267" r:id="rId13"/>
    <p:sldId id="270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65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014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3778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9086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097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1566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807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423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0656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53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266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093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72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43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İnternetin</a:t>
            </a:r>
            <a:endParaRPr lang="en-US" sz="4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Çalışma Prensibi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İletişimi · Web Mimarisi · DNS · HTTP/HTTPS · LLM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KAYAGİL -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Sunumu  ·  Bölüm 1 / 2  ·  ~60 Dakika</a:t>
            </a:r>
            <a:endParaRPr lang="en-US" sz="1100" dirty="0"/>
          </a:p>
        </p:txBody>
      </p:sp>
      <p:pic>
        <p:nvPicPr>
          <p:cNvPr id="8" name="Resim 33" descr="yazı tipi, grafik, grafik tasarım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72F1B13-84C7-B782-E1EC-EC0BED37D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713" y="3223261"/>
            <a:ext cx="3759200" cy="14130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 Bölümde Ne Öğreneceğiz?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44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İnternet vs Web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ile uygulama katmanının farkı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Shape 8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4892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02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508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444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Nasıl Gider?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DNS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926080"/>
            <a:ext cx="4023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Shape 13"/>
          <p:cNvSpPr/>
          <p:nvPr/>
        </p:nvSpPr>
        <p:spPr>
          <a:xfrm>
            <a:off x="502920" y="324612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4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246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182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Sitesi Nasıl Çalışır?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Client-Server, HTML/CSS/JS, Hosting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3" name="Shape 18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19"/>
          <p:cNvSpPr/>
          <p:nvPr/>
        </p:nvSpPr>
        <p:spPr>
          <a:xfrm>
            <a:off x="48920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04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2461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182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Web Mimarisi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321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API, Frontend/Backend ayrımı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İnternet vs Web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84048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84048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İNTERNET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Fiziksel Altyapı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Kablolar, fiber optik, uydu bağlantıları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4G/5G, Bluetooth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Protokoller: TCP/IP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switch, modem cihazları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377440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0" y="1325880"/>
            <a:ext cx="384048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Shape 7"/>
          <p:cNvSpPr/>
          <p:nvPr/>
        </p:nvSpPr>
        <p:spPr>
          <a:xfrm>
            <a:off x="5029200" y="1325880"/>
            <a:ext cx="3840480" cy="3291840"/>
          </a:xfrm>
          <a:prstGeom prst="rect">
            <a:avLst/>
          </a:prstGeom>
          <a:solidFill>
            <a:srgbClr val="1A2E45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/>
          <p:nvPr/>
        </p:nvSpPr>
        <p:spPr>
          <a:xfrm>
            <a:off x="5166360" y="14630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79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WEB (WWW)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Uygulama Katmanı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üzerinde çalışan bir servis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dosyaları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protokolü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aracılığıyla erişilir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57200" y="4690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Analoji: İnternet = Karayolu Altyapısı  ·  Web = Bu Yolda Çalışan Kargo Şirketleri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DNS: İnternetin Telefon Rehberi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9659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1005840" y="123444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Tarayıcı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yaz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0" y="2423160"/>
            <a:ext cx="256032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hape 9"/>
          <p:cNvSpPr/>
          <p:nvPr/>
        </p:nvSpPr>
        <p:spPr>
          <a:xfrm>
            <a:off x="2423160" y="1371600"/>
            <a:ext cx="19659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Shape 10"/>
          <p:cNvSpPr/>
          <p:nvPr/>
        </p:nvSpPr>
        <p:spPr>
          <a:xfrm>
            <a:off x="3154680" y="123444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/>
          <p:nvPr/>
        </p:nvSpPr>
        <p:spPr>
          <a:xfrm>
            <a:off x="31546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600200"/>
            <a:ext cx="685800" cy="685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Sunucu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46888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 → IP çevirisi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34840" y="2423160"/>
            <a:ext cx="256032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Shape 15"/>
          <p:cNvSpPr/>
          <p:nvPr/>
        </p:nvSpPr>
        <p:spPr>
          <a:xfrm>
            <a:off x="4572000" y="1371600"/>
            <a:ext cx="19659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0" name="Shape 16"/>
          <p:cNvSpPr/>
          <p:nvPr/>
        </p:nvSpPr>
        <p:spPr>
          <a:xfrm>
            <a:off x="5303520" y="123444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7"/>
          <p:cNvSpPr/>
          <p:nvPr/>
        </p:nvSpPr>
        <p:spPr>
          <a:xfrm>
            <a:off x="53035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600200"/>
            <a:ext cx="685800" cy="685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Adresi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61772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142.250.185.78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583680" y="2423160"/>
            <a:ext cx="256032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Shape 21"/>
          <p:cNvSpPr/>
          <p:nvPr/>
        </p:nvSpPr>
        <p:spPr>
          <a:xfrm>
            <a:off x="6720840" y="1371600"/>
            <a:ext cx="1965960" cy="2194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7" name="Shape 22"/>
          <p:cNvSpPr/>
          <p:nvPr/>
        </p:nvSpPr>
        <p:spPr>
          <a:xfrm>
            <a:off x="7452360" y="1234440"/>
            <a:ext cx="502920" cy="5029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3"/>
          <p:cNvSpPr/>
          <p:nvPr/>
        </p:nvSpPr>
        <p:spPr>
          <a:xfrm>
            <a:off x="74523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600200"/>
            <a:ext cx="685800" cy="6858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1228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Sunucu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76656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 gönderir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27"/>
          <p:cNvSpPr/>
          <p:nvPr/>
        </p:nvSpPr>
        <p:spPr>
          <a:xfrm>
            <a:off x="54864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Adresi Nedir?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48640" y="41879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cihazın internetteki eşsiz adresidir — tıpkı evinizin fiziksel adresi gibi. Olmadan posta ulaşamaz.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İstek &amp; Cevap — İçinde Ne Var?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3977640" cy="3611880"/>
          </a:xfrm>
          <a:prstGeom prst="rect">
            <a:avLst/>
          </a:prstGeom>
          <a:solidFill>
            <a:srgbClr val="1A2E45"/>
          </a:solidFill>
          <a:ln w="1524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77640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 (Tarayıcı → Sunucu)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/api/kullanici/42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HTTP/1.1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example.com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</a:t>
            </a:r>
            <a:r>
              <a:rPr lang="en-US" sz="11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abc123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ne yapmak istiyorum (veri al)</a:t>
            </a: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/api/kullanici/42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hangi kaynak?</a:t>
            </a: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ben kimim? (token)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4572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Shape 9"/>
          <p:cNvSpPr/>
          <p:nvPr/>
        </p:nvSpPr>
        <p:spPr>
          <a:xfrm>
            <a:off x="4343400" y="2834640"/>
            <a:ext cx="457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4315968" y="208240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B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15968" y="2560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1261872"/>
            <a:ext cx="3977640" cy="3611880"/>
          </a:xfrm>
          <a:prstGeom prst="rect">
            <a:avLst/>
          </a:prstGeom>
          <a:solidFill>
            <a:srgbClr val="1A2E45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4892040" y="1261872"/>
            <a:ext cx="3977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029200" y="129844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 (Sunucu → Tarayıcı)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847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HTTP/1.1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248716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</a:t>
            </a: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"isim": </a:t>
            </a: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"Ahmet"</a:t>
            </a: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"sehir": </a:t>
            </a: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"Ankara"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istek başarılı  (404 = bulunamadı)</a:t>
            </a: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sunucunun döndürdüğü veri formatı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 vs HTTPS — Güvenli Bağlantı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931920" cy="3474720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Sifreleme yok — acik metin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kullanir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veri gonderme!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Tarayici "Güvenli Degil" uyarisi verir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http://example.com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325880"/>
            <a:ext cx="3931920" cy="347472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Secure (TLS/SSL sifreli)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ile uctan uca sifreleme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 kullanir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Sertifikasi gerektirir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Tarayici kilit ikonu gosterir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Sitesi Nasıl Çalışır?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56032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63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(Tarayici)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yorumlar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uygular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çalıştırır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Sayfayı render eder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2487168"/>
            <a:ext cx="164592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/>
          <p:nvPr/>
        </p:nvSpPr>
        <p:spPr>
          <a:xfrm>
            <a:off x="2926080" y="2249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→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26080" y="2907792"/>
            <a:ext cx="1645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292608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HTTP Response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256032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46304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(Web Sunucu)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0060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Dosyaları saklar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Talepleri işler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DB'den veri çeker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HTML/JSON döner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60920" y="1280160"/>
            <a:ext cx="155448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4"/>
          <p:cNvSpPr/>
          <p:nvPr/>
        </p:nvSpPr>
        <p:spPr>
          <a:xfrm>
            <a:off x="7406640" y="1417320"/>
            <a:ext cx="137160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5"/>
          <p:cNvSpPr/>
          <p:nvPr/>
        </p:nvSpPr>
        <p:spPr>
          <a:xfrm>
            <a:off x="740664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4066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Iskelet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406640" y="2514600"/>
            <a:ext cx="137160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18"/>
          <p:cNvSpPr/>
          <p:nvPr/>
        </p:nvSpPr>
        <p:spPr>
          <a:xfrm>
            <a:off x="740664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4066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Kiyafet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06640" y="3611880"/>
            <a:ext cx="1371600" cy="8686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1"/>
          <p:cNvSpPr/>
          <p:nvPr/>
        </p:nvSpPr>
        <p:spPr>
          <a:xfrm>
            <a:off x="740664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40664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Web Mimarisi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554480"/>
          </a:xfrm>
          <a:prstGeom prst="rect">
            <a:avLst/>
          </a:prstGeom>
          <a:solidFill>
            <a:srgbClr val="1A2E45"/>
          </a:solidFill>
          <a:ln w="1524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09728" cy="1554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Kullanicinin gordugu katman. React, Vue, HTML/CSS/JS.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1554480"/>
          </a:xfrm>
          <a:prstGeom prst="rect">
            <a:avLst/>
          </a:prstGeom>
          <a:solidFill>
            <a:srgbClr val="1A2E45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10972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3429000" y="1490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mantigi ve veritabani islemleri. .NET, Node, Python.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743200" cy="1554480"/>
          </a:xfrm>
          <a:prstGeom prst="rect">
            <a:avLst/>
          </a:prstGeom>
          <a:solidFill>
            <a:srgbClr val="1A2E45"/>
          </a:solidFill>
          <a:ln w="1524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109728" cy="15544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6355080" y="14904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9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arasindaki sozlesme. REST veya GraphQL.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743200" cy="1554480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10972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CDN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Dosyalari dunyaya dagitir. Turkiye'den en yakin node'dan gelir.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743200" cy="1554480"/>
          </a:xfrm>
          <a:prstGeom prst="rect">
            <a:avLst/>
          </a:prstGeom>
          <a:solidFill>
            <a:srgbClr val="1A2E45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10972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3429000" y="32735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Sunucunun fiziksel olarak calistigi yer. AWS, Azure, Hetzner.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2743200" cy="155448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6" name="Shape 24"/>
          <p:cNvSpPr/>
          <p:nvPr/>
        </p:nvSpPr>
        <p:spPr>
          <a:xfrm>
            <a:off x="6126480" y="3108960"/>
            <a:ext cx="109728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6355080" y="32735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 okunabilir adres. Registrar'dan satin alinir, DNS'e yonlendirilir.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ile Yazılımcının Hayatı Nasıl Değişti?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393192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⏮  ÖNCE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657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Stack Overflow'da saat harcamak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432304"/>
            <a:ext cx="3657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548640" y="2496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Dokümantasyonu baştan sona okumak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44368"/>
            <a:ext cx="3657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548640" y="30083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Hata ayıklamak için saatler süren arama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456432"/>
            <a:ext cx="3657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Tekrar eden boilerplate kodu elle yazmak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68496"/>
            <a:ext cx="36576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548640" y="40325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Her şeyi sıfırdan öğrenmek zorunda kalmak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79392" y="27432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937760" y="1261872"/>
            <a:ext cx="393192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4937760" y="1261872"/>
            <a:ext cx="393192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5074920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⏭  SONRA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920240"/>
            <a:ext cx="3657600" cy="438912"/>
          </a:xfrm>
          <a:prstGeom prst="rect">
            <a:avLst/>
          </a:prstGeom>
          <a:solidFill>
            <a:srgbClr val="0F2A2A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5212080" y="1984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Doğal dille soru sorup anında cevap almak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2432304"/>
            <a:ext cx="3657600" cy="438912"/>
          </a:xfrm>
          <a:prstGeom prst="rect">
            <a:avLst/>
          </a:prstGeom>
          <a:solidFill>
            <a:srgbClr val="0F2A2A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5212080" y="2496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Kod taslağını saniyeler içinde üretmek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2944368"/>
            <a:ext cx="3657600" cy="438912"/>
          </a:xfrm>
          <a:prstGeom prst="rect">
            <a:avLst/>
          </a:prstGeom>
          <a:solidFill>
            <a:srgbClr val="0F2A2A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5212080" y="30083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Hatanın nedenini AI ile birlikte bulmak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3456432"/>
            <a:ext cx="3657600" cy="438912"/>
          </a:xfrm>
          <a:prstGeom prst="rect">
            <a:avLst/>
          </a:prstGeom>
          <a:solidFill>
            <a:srgbClr val="0F2A2A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521208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Boilerplate'i otomatik oluşturmak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3968496"/>
            <a:ext cx="3657600" cy="438912"/>
          </a:xfrm>
          <a:prstGeom prst="rect">
            <a:avLst/>
          </a:prstGeom>
          <a:solidFill>
            <a:srgbClr val="0F2A2A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/>
          <p:nvPr/>
        </p:nvSpPr>
        <p:spPr>
          <a:xfrm>
            <a:off x="5212080" y="40325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Bilinmeyen alanlara hızla giriş yapabilmek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Nedir?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011680" y="1234440"/>
            <a:ext cx="6858000" cy="36576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7132320" y="1261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Uzayı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554480"/>
            <a:ext cx="822960" cy="82296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Kitaplar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57200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Makaleler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Kod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914400" cy="91440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32918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Web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Siteleri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Haberler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0" y="256032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Wikipedia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0" y="3657600"/>
            <a:ext cx="685800" cy="6858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Forum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35204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576072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Sosyal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Medya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0" y="356616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2"/>
          <p:cNvSpPr/>
          <p:nvPr/>
        </p:nvSpPr>
        <p:spPr>
          <a:xfrm>
            <a:off x="7315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Bilim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1325880"/>
            <a:ext cx="1691640" cy="3474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228600" y="1463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79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79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79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265176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Milyarlarca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verisiyle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eğitilmiş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dil modeli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06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→ Tahmin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 token)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İyi Prompt vs Kötü Prompt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977640" cy="3611880"/>
          </a:xfrm>
          <a:prstGeom prst="rect">
            <a:avLst/>
          </a:prstGeom>
          <a:solidFill>
            <a:srgbClr val="0D1B2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9776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KÖTÜ PROMPT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703320" cy="868680"/>
          </a:xfrm>
          <a:prstGeom prst="rect">
            <a:avLst/>
          </a:prstGeom>
          <a:solidFill>
            <a:srgbClr val="1A2E45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 bir şey yaz"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yazmamı istiyorsun? Konu yok, format yok.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944368"/>
            <a:ext cx="3703320" cy="868680"/>
          </a:xfrm>
          <a:prstGeom prst="rect">
            <a:avLst/>
          </a:prstGeom>
          <a:solidFill>
            <a:srgbClr val="1A2E45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548640" y="29992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 sitesi yap"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dil? Ne için? Kaç sayfa? Hiç bağlam yok.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3703320" cy="868680"/>
          </a:xfrm>
          <a:prstGeom prst="rect">
            <a:avLst/>
          </a:prstGeom>
          <a:solidFill>
            <a:srgbClr val="1A2E45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"Özet çıkar"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708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Neyin özeti? Hangi belgeden? Uzunluk hedefi?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15968" y="283464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315968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1280160"/>
            <a:ext cx="3977640" cy="36118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4892040" y="1280160"/>
            <a:ext cx="39776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5029200" y="131673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İYİ PROMPT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920240"/>
            <a:ext cx="3703320" cy="868680"/>
          </a:xfrm>
          <a:prstGeom prst="rect">
            <a:avLst/>
          </a:prstGeom>
          <a:solidFill>
            <a:srgbClr val="1A2E45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5166360" y="1975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 kısa bir blog yazısı yaz"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66360" y="23225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+ ton + uzunluk = net bağlam.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2944368"/>
            <a:ext cx="3703320" cy="868680"/>
          </a:xfrm>
          <a:prstGeom prst="rect">
            <a:avLst/>
          </a:prstGeom>
          <a:solidFill>
            <a:srgbClr val="1A2E45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5166360" y="29992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"HTML ile portfolio sitesi yap"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66360" y="33467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+ yapı + içerik belirtilmiş.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3968496"/>
            <a:ext cx="3703320" cy="868680"/>
          </a:xfrm>
          <a:prstGeom prst="rect">
            <a:avLst/>
          </a:prstGeom>
          <a:solidFill>
            <a:srgbClr val="1A2E45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5166360" y="4023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"Şu metni 3 cümleyle özetle:"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66360" y="43708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+ hedef kitle = kaliteli çıktı.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Araçları — Örnekler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88920" cy="1664208"/>
          </a:xfrm>
          <a:prstGeom prst="rect">
            <a:avLst/>
          </a:prstGeom>
          <a:solidFill>
            <a:srgbClr val="1A2E45"/>
          </a:solidFill>
          <a:ln w="1524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09728" cy="166420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9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 &amp; kod üretimi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analizi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bağlam (200K token)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298448"/>
            <a:ext cx="2788920" cy="1664208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Shape 9"/>
          <p:cNvSpPr/>
          <p:nvPr/>
        </p:nvSpPr>
        <p:spPr>
          <a:xfrm>
            <a:off x="3218688" y="1298448"/>
            <a:ext cx="109728" cy="1664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3447288" y="1389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47288" y="204825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asistan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anlama (GPT-4o)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ekosistemi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298448"/>
            <a:ext cx="2788920" cy="1664208"/>
          </a:xfrm>
          <a:prstGeom prst="rect">
            <a:avLst/>
          </a:prstGeom>
          <a:solidFill>
            <a:srgbClr val="1A2E45"/>
          </a:solidFill>
          <a:ln w="1524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6163056" y="1298448"/>
            <a:ext cx="109728" cy="16642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6391656" y="1389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91656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91656" y="204825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</a:t>
            </a:r>
            <a:r>
              <a:rPr lang="en-US" sz="10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entegrasyonu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&amp; Stitch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E8F4F8"/>
                </a:solidFill>
                <a:latin typeface="Calibri" pitchFamily="34" charset="0"/>
                <a:cs typeface="Calibri" pitchFamily="34" charset="-120"/>
              </a:rPr>
              <a:t>Ekosistem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2788920" cy="1664208"/>
          </a:xfrm>
          <a:prstGeom prst="rect">
            <a:avLst/>
          </a:prstGeom>
          <a:solidFill>
            <a:srgbClr val="1A2E45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502920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584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OpenAI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87705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içinde kod tamamlama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açıklaması oluşturma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 odaklı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3127248"/>
            <a:ext cx="2788920" cy="1664208"/>
          </a:xfrm>
          <a:prstGeom prst="rect">
            <a:avLst/>
          </a:prstGeom>
          <a:solidFill>
            <a:srgbClr val="1A2E45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6" name="Shape 24"/>
          <p:cNvSpPr/>
          <p:nvPr/>
        </p:nvSpPr>
        <p:spPr>
          <a:xfrm>
            <a:off x="3218688" y="3127248"/>
            <a:ext cx="109728" cy="16642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3447288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47288" y="3584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Anysphere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47288" y="387705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kod editörü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Codebase'i anlayan ajan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Skills sistemi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3127248"/>
            <a:ext cx="2788920" cy="1664208"/>
          </a:xfrm>
          <a:prstGeom prst="rect">
            <a:avLst/>
          </a:prstGeom>
          <a:solidFill>
            <a:srgbClr val="1A2E45"/>
          </a:solidFill>
          <a:ln w="1524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1" name="Shape 29"/>
          <p:cNvSpPr/>
          <p:nvPr/>
        </p:nvSpPr>
        <p:spPr>
          <a:xfrm>
            <a:off x="6163056" y="3127248"/>
            <a:ext cx="109728" cy="16642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 30"/>
          <p:cNvSpPr/>
          <p:nvPr/>
        </p:nvSpPr>
        <p:spPr>
          <a:xfrm>
            <a:off x="6391656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Midjourney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91656" y="3584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Inc.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91656" y="387705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→ Görsel üretimi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 &amp; tasarım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kaliteli illüstrasyon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Teşekkürler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İletişimi · Web Mimarisi · DNS · HTTP/HTTPS · LLM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KAYAGİL -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Sunumu  ·  Bölüm 1 / 2  ·  ~60 Dakika</a:t>
            </a:r>
            <a:endParaRPr lang="en-US" sz="1100" dirty="0"/>
          </a:p>
        </p:txBody>
      </p:sp>
      <p:pic>
        <p:nvPicPr>
          <p:cNvPr id="8" name="Resim 33" descr="yazı tipi, grafik, grafik tasarım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447C61E-28D9-1CC5-3F48-0F51401E34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713" y="3223261"/>
            <a:ext cx="3759200" cy="141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90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103</TotalTime>
  <Words>864</Words>
  <Application>Microsoft Macintosh PowerPoint</Application>
  <PresentationFormat>On-screen Show (16:9)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Consolas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İnternetin Çalışma Prensibi</dc:title>
  <dc:subject>PptxGenJS Presentation</dc:subject>
  <dc:creator>PptxGenJS</dc:creator>
  <cp:lastModifiedBy>ARDA KAYAGIL</cp:lastModifiedBy>
  <cp:revision>10</cp:revision>
  <dcterms:created xsi:type="dcterms:W3CDTF">2026-03-28T06:11:15Z</dcterms:created>
  <dcterms:modified xsi:type="dcterms:W3CDTF">2026-03-28T07:57:02Z</dcterms:modified>
</cp:coreProperties>
</file>